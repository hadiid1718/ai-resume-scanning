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AI Resume Scanning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LangGraph + Gemini  |  Automated HR Screening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Recruiters manually review large volumes of resumes — slow, inconsistent, and error-prone.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Qualified candidates are missed when screening relies on keyword skimming alone.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No standardized 0–100 scoring: different reviewers apply different standards.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Comparing multiple candidates side-by-side is difficult without structured data.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Generating professional HR reports (PDF) for each candidate takes extra manual effort.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Our agent automates: upload → extract → score → rank → report in one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Who it is for: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HR recruiters and talent-acquisition teams handling high application volume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Hiring managers who need ranked, explainable shortlists — not raw resume piles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Tech companies hiring for skills-heavy roles (engineering, data, AI)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Why we chose it: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Combines real AI (Gemini) with practical workflow orchestration (LangGraph)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Delivers measurable output: AI score, recommendation label, downloadable reports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Scales from 1 resume to batch uploads without changing the pipeline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Directly maps to a real business pain point every hiring team 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Workflow type: Sequential + Conditional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Sequential: 7 core nodes run in fixed order (parse → extract → job → match → evaluate → rank → report)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Conditional: decision points at extract &amp; evaluate — Gemini if available, rule-based fallback if not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Not parallel: each resume completes the full pipeline before the next (batch = repeated invocations)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• Not iterative: no feedback loops; one pass per resume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System layers: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Streamlit UI  →  FastAPI REST API  →  LangGraph StateGraph  →  Gemini API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SQLite database stores scores, rankings, and full analysis payloads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17520" y="1234440"/>
            <a:ext cx="1645920" cy="384048"/>
          </a:xfrm>
          <a:prstGeom prst="roundRect">
            <a:avLst/>
          </a:prstGeom>
          <a:solidFill>
            <a:srgbClr val="64748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892808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① parse_resume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551176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② extract_candidate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209544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③ parse_job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867911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④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526279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⑤ 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184647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⑥ 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5843015"/>
            <a:ext cx="1645920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⑦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6501383"/>
            <a:ext cx="1645920" cy="384048"/>
          </a:xfrm>
          <a:prstGeom prst="roundRect">
            <a:avLst/>
          </a:prstGeom>
          <a:solidFill>
            <a:srgbClr val="64748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627632"/>
            <a:ext cx="0" cy="25603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2286000"/>
            <a:ext cx="0" cy="25603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2944368"/>
            <a:ext cx="0" cy="25603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40480" y="3602736"/>
            <a:ext cx="0" cy="25603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40480" y="4261103"/>
            <a:ext cx="0" cy="25603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40480" y="4919471"/>
            <a:ext cx="0" cy="25603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40480" y="5577839"/>
            <a:ext cx="0" cy="25603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6236207"/>
            <a:ext cx="0" cy="25603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914400" y="2331720"/>
            <a:ext cx="1005840" cy="502920"/>
          </a:xfrm>
          <a:prstGeom prst="diamond">
            <a:avLst/>
          </a:prstGeom>
          <a:solidFill>
            <a:srgbClr val="D97706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Gemini</a:t>
            </a:r>
          </a:p>
          <a:p>
            <a:r>
              <a:t>extract?</a:t>
            </a:r>
          </a:p>
        </p:txBody>
      </p:sp>
      <p:sp>
        <p:nvSpPr>
          <p:cNvPr id="21" name="Diamond 20"/>
          <p:cNvSpPr/>
          <p:nvPr/>
        </p:nvSpPr>
        <p:spPr>
          <a:xfrm>
            <a:off x="914400" y="4343400"/>
            <a:ext cx="1005840" cy="502920"/>
          </a:xfrm>
          <a:prstGeom prst="diamond">
            <a:avLst/>
          </a:prstGeom>
          <a:solidFill>
            <a:srgbClr val="D97706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Gemini</a:t>
            </a:r>
          </a:p>
          <a:p>
            <a:r>
              <a:t>evaluate?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280160"/>
            <a:ext cx="2926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NODES (7):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parse_resume — normalize text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extract_candidate — profile + skills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parse_job — JD requirements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match — skill overlap score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evaluate — AI score 0–100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rank — tier + recommendation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report — PDF / Excel export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EDGES: linear, no cycles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START→①→②→③→④→⑤→⑥→⑦→END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DECISIONS: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② Gemini? → enrich profile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   else → rule-based only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⑤ Gemini? → full AI eval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   else → rule-based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Why This Workflow Type?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Sequential fits resume screening: each stage depends on the previous output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(you cannot evaluate before extracting; you cannot rank before scoring).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Conditional fallbacks keep the system running without Gemini API keys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— important for demos, dev environments, and cost control.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LangGraph StateGraph gives us: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• Typed shared state (ResumePipelineState) passed between nodes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• Observable status field (parsed → extracted → matched → completed)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• Easy to add new nodes (e.g. duplicate detection, email notify) without rewriting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• Batch-safe: same graph invoked per resume, then ranked collectively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Alternatives rejected: monolithic script (hard to maintain), fully parallel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(stages have dependencies), iterative loops (not needed for one-pass screening).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